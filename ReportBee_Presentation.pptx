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🐝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Bee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MIS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13716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Node.js · React · PostgreSQL · Claude AI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0" y="2194560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recruitment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powered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AI insights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080" y="40233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candidates, manage pipelines, schedule interviews,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make smarter hiring decisions — all in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hiring teams are drowning in scattered tools and manual processes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Candidate info spread across spreadsheets, emails, and sticky notes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657600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72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Pipeline Visibility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real-time view of where each candidate stands in the funnel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321040" y="1463040"/>
            <a:ext cx="3657600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572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Screening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58200" y="192024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Hours spent reading resumes with no AI assistance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657600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75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 Collaboration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Recruiters and interviewers working in silos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3566160"/>
            <a:ext cx="3657600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675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0233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data on time-to-hire, source ROI, or recruiter performance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21040" y="3566160"/>
            <a:ext cx="3657600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675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Communication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58200" y="40233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Writing rejection emails manually, one by one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Report Bee?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full-stack recruitment management system for modern HR teams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Candidate database with resume parsing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Kanban pipeline board (drag &amp; drop)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Job openings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Interview scheduling &amp; feedback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Role-based access control (4 roles)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Real-time activity feed via WebSockets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Audit log for all actions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Duplicate candidate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19202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Natural language candidate 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2402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Typo-tolerant fuzzy query matching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560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Candidate profile summarization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job description generator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200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Culture fit scoring (0–100)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520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Interview question generation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840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Empathetic rejection email drafting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160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Powered by Claude Sonnet (Anthropic)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production-grade technologies chosen for reliability and developer experience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 v4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0723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v7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6484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(analytics)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42245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Socket.io-client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4800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Hook Form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5376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Icons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371600"/>
            <a:ext cx="2743200" cy="4114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 v5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30723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36484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(real-time)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6160" y="42245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Multer (file uploads)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4800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pdf-parse (resume text)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66160" y="5376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express-async-errors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371600"/>
            <a:ext cx="274320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&amp;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(jsonwebtoken)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 (password hash)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30723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(4 roles)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36484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in localStorage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42245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Role-gated API routes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37960" y="4800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 logging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7260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72600" y="1371600"/>
            <a:ext cx="274320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946404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Infra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097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Claude Sonnet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509760" y="2496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@anthropic-ai/sdk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509760" y="30723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(PostgreSQL)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509760" y="36484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dotenv config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09760" y="42245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nodemon (dev)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509760" y="4800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pptxgenjs (reporting)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Three-tier architecture with real-time WebSocket layer and external AI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200400" cy="4389120"/>
          </a:xfrm>
          <a:prstGeom prst="rect">
            <a:avLst/>
          </a:prstGeom>
          <a:solidFill>
            <a:srgbClr val="161B27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SPA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87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4553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039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Client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462272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62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3383280"/>
            <a:ext cx="914400" cy="36576"/>
          </a:xfrm>
          <a:prstGeom prst="rect">
            <a:avLst/>
          </a:prstGeom>
          <a:solidFill>
            <a:srgbClr val="8D96A0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80560" y="1371600"/>
            <a:ext cx="3200400" cy="4389120"/>
          </a:xfrm>
          <a:prstGeom prst="rect">
            <a:avLst/>
          </a:prstGeom>
          <a:solidFill>
            <a:srgbClr val="161B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LAYER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828800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828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487168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487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 + RBAC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145536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14553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Server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803904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80390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462272"/>
            <a:ext cx="283464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462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Multer + pdf-parse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80960" y="3383280"/>
            <a:ext cx="914400" cy="36576"/>
          </a:xfrm>
          <a:prstGeom prst="rect">
            <a:avLst/>
          </a:prstGeom>
          <a:solidFill>
            <a:srgbClr val="8D96A0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595360" y="1371600"/>
            <a:ext cx="2011680" cy="2103120"/>
          </a:xfrm>
          <a:prstGeom prst="rect">
            <a:avLst/>
          </a:prstGeom>
          <a:solidFill>
            <a:srgbClr val="161B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Container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data models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595360" y="3749040"/>
            <a:ext cx="2011680" cy="2011680"/>
          </a:xfrm>
          <a:prstGeom prst="rect">
            <a:avLst/>
          </a:prstGeom>
          <a:solidFill>
            <a:srgbClr val="161B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LAYER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API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686800" y="4663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Sonnet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5120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AI endpoints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5943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5173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80560" y="5943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5000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95360" y="5943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5432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Highlight: Candidate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Full-lifecycle candidate management from application to hire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81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Database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 &amp; filter by skills, source, role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Paginated table + profile cards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Fuzzy duplicate detection (Levenshtein)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5968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Resume PDF upload + text extraction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Edit, delete (admin only)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66160" cy="22860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481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Pipeline 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182880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stages: Applied → Screening → Interview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34840" y="208483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→ Offer → Hired → Rejected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34086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Drag-and-drop HTML5 API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34840" y="25968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Each card shows candidate + job title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34840" y="28529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 updates sync to DB instantly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481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Tracking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182880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Link candidates to job openings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75320" y="208483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Assign recruiter per application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75320" y="234086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every status change in audit log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75320" y="25968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View full interview history per app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75320" y="28529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Bulk pipeline operations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3566160" cy="22860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Handling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29768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Multer file upload (PDF/DOC)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455371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pdf-parse auto text extraction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480974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Resume text stored for AI analysis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506577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Download link available in profile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532180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Remove resume option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3840480"/>
            <a:ext cx="3566160" cy="22860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Profile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34840" y="429768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profile: skills, experience, location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34840" y="455371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applications with current status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34840" y="480974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Interview history + feedback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34840" y="506577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culture fit score card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34840" y="532180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AI-generated candidate summary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38160" y="3840480"/>
            <a:ext cx="3566160" cy="228600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3950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Candidates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75320" y="429768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Side-by-side comparison (2–3 people)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75320" y="455371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Skills, experience, interview ratings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75320" y="480974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Application history across jobs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75320" y="506577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 shortlist decisions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Features — Powered by Claude Sonnet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Anthropic's Claude integrated across 6 recruitment workflows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657600" cy="2148840"/>
          </a:xfrm>
          <a:prstGeom prst="rect">
            <a:avLst/>
          </a:prstGeom>
          <a:solidFill>
            <a:srgbClr val="161B27"/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AI Candidate Search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Natural language queries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Typo &amp; spelling tolerant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Intent-based matching over skill+role+location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UUID regex + keyword fallback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723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Example: "platform engneer 7 yare exp"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657600" cy="2148840"/>
          </a:xfrm>
          <a:prstGeom prst="rect">
            <a:avLst/>
          </a:prstGeom>
          <a:solidFill>
            <a:srgbClr val="161B27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4630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Candidate Summarizer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3–4 sentence professional summary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21396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Uses name, role, skills,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450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Ingests up to 2000 chars of resume 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27614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Plain text output, no markdown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30723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One-click in candidate profile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657600" cy="2148840"/>
          </a:xfrm>
          <a:prstGeom prst="rect">
            <a:avLst/>
          </a:prstGeom>
          <a:solidFill>
            <a:srgbClr val="161B27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4630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Job Description Generator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Input: title, department, requirements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66760" y="21396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Outputs a full JD in plain text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2450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HR expert persona for professional tone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27614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Editable before saving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66760" y="30723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Speeds up job posting by 10×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3657600" cy="2148840"/>
          </a:xfrm>
          <a:prstGeom prst="rect">
            <a:avLst/>
          </a:prstGeom>
          <a:solidFill>
            <a:srgbClr val="161B27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40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Culture Fit Scoring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206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Score 0–100 with strengths &amp; concerns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517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Compares skills vs job requirements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Weighs interview feedback &amp; ratings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51389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JSON-structured response parsed safely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54498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Per-application, available post-interview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0" y="3749040"/>
            <a:ext cx="3657600" cy="2148840"/>
          </a:xfrm>
          <a:prstGeom prst="rect">
            <a:avLst/>
          </a:prstGeom>
          <a:solidFill>
            <a:srgbClr val="161B27"/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3840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 Interview Question Gen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34840" y="4206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Generates exactly 6 questions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4517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Role-specific + skill-specific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34840" y="48280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Supports technical / behavioral / HR types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51389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Parsed from JSON array response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34840" y="54498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Use directly in interview form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3749040"/>
            <a:ext cx="3657600" cy="2148840"/>
          </a:xfrm>
          <a:prstGeom prst="rect">
            <a:avLst/>
          </a:prstGeom>
          <a:solidFill>
            <a:srgbClr val="161B27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3840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✉️  Rejection Email Drafter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66760" y="4206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Empathetic, professional tone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66760" y="4517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Candidate name + reason as input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66760" y="48280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Concise plain text output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66760" y="51389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Reduces recruiter writing 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66760" y="54498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One click from application screen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Prisma models · PostgreSQL 16 · Docker-hosted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657600" cy="2331720"/>
          </a:xfrm>
          <a:prstGeom prst="rect">
            <a:avLst/>
          </a:prstGeom>
          <a:solidFill>
            <a:srgbClr val="161B27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657600" cy="3474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(uuid)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name, email, password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role: admin | recruiter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48640" y="28254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       interviewer | viewer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createdAt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657600" cy="23317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371600"/>
            <a:ext cx="3657600" cy="3474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1810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(uuid)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48056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name, email, phone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480560" y="2487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skills (String[])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480560" y="28254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currentRole, experience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480560" y="31638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location, source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480560" y="3502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resumeUrl, resumeText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229600" y="1371600"/>
            <a:ext cx="3657600" cy="2331720"/>
          </a:xfrm>
          <a:prstGeom prst="rect">
            <a:avLst/>
          </a:prstGeom>
          <a:solidFill>
            <a:srgbClr val="161B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371600"/>
            <a:ext cx="365760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417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JobOpening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1810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(uuid)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41248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title, department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412480" y="2487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description, requirements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412480" y="28254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status: open | closed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412480" y="31638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           | draft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65760" y="3931920"/>
            <a:ext cx="3657600" cy="2331720"/>
          </a:xfrm>
          <a:prstGeom prst="rect">
            <a:avLst/>
          </a:prstGeom>
          <a:solidFill>
            <a:srgbClr val="161B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31920"/>
            <a:ext cx="365760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977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370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(uuid)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4864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candidateId → Candidate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48640" y="5047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jobId → JobOpening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48640" y="53858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recruiterId → User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48640" y="57241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status (enum 6 values)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48640" y="6062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createdAt, updatedAt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297680" y="3931920"/>
            <a:ext cx="3657600" cy="2331720"/>
          </a:xfrm>
          <a:prstGeom prst="rect">
            <a:avLst/>
          </a:prstGeom>
          <a:solidFill>
            <a:srgbClr val="161B27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97680" y="3931920"/>
            <a:ext cx="3657600" cy="3474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1" name="Text 39"/>
          <p:cNvSpPr/>
          <p:nvPr/>
        </p:nvSpPr>
        <p:spPr>
          <a:xfrm>
            <a:off x="4434840" y="3977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80560" y="4370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(uuid)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448056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applicationId → Application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480560" y="5047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interviewerId → User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480560" y="53858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scheduledAt (DateTime)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480560" y="57241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status, feedback, rating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229600" y="3931920"/>
            <a:ext cx="3657600" cy="2331720"/>
          </a:xfrm>
          <a:prstGeom prst="rect">
            <a:avLst/>
          </a:prstGeom>
          <a:solidFill>
            <a:srgbClr val="161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931920"/>
            <a:ext cx="3657600" cy="3474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3977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AuditLog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12480" y="4370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id (uuid)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841248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userId → User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8412480" y="5047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action, entity, entityId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8412480" y="53858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details (Json)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8412480" y="57241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createdAt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roles with granular permission gates on every route and UI component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All recruiter &amp; interviewer permissions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Create / delete 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full audit log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251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Delete candidates &amp; jobs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4892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Access Team management page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System-wide configuration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371600"/>
            <a:ext cx="2743200" cy="502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Access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Add / edit candidates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Post and manage job openings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Create &amp; move applications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4251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Schedule interviews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4892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all AI features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analytics dashboard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371600"/>
            <a:ext cx="2743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 Access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4652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assigned candidates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Submit interview feedback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Give ratings per interview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4251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own interview schedule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4892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Read-only candidate profiles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own scorecard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81160" y="1371600"/>
            <a:ext cx="2743200" cy="5029200"/>
          </a:xfrm>
          <a:prstGeom prst="rect">
            <a:avLst/>
          </a:prstGeom>
          <a:solidFill>
            <a:srgbClr val="161B27"/>
          </a:solidFill>
          <a:ln w="19050">
            <a:solidFill>
              <a:srgbClr val="8D9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81160" y="1371600"/>
            <a:ext cx="2743200" cy="502920"/>
          </a:xfrm>
          <a:prstGeom prst="rect">
            <a:avLst/>
          </a:prstGeom>
          <a:solidFill>
            <a:srgbClr val="8D96A0"/>
          </a:solidFill>
          <a:ln/>
        </p:spPr>
      </p:sp>
      <p:sp>
        <p:nvSpPr>
          <p:cNvPr id="37" name="Text 35"/>
          <p:cNvSpPr/>
          <p:nvPr/>
        </p:nvSpPr>
        <p:spPr>
          <a:xfrm>
            <a:off x="937260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298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Only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41832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candidates (read-only)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1832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job openings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41832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View analytics dashboard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418320" y="4251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create / edit / delete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418320" y="4892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AI features access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41832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admin panel access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Reporting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live analytics widgets built with Recharts, updated on every data change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Hiring Funnel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42316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 chart showing candidates at each stage: Applied → Hired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075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Department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242316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 per department — bar chart for workload visibility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2075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ROI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36208" y="242316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 chart: LinkedIn, Referral, Job Board, Direct hire rates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06840" y="141732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0" y="20756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to Hire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16568" y="242316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days from application to hired per department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 Acceptance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48463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made vs accepted vs rejected — donut chart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384048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4498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 Performance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55848" y="48463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 managed &amp; hired per recruiter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384048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63640" y="4498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Interviewer Scorecard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48463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rating + total interviews completed per interviewer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006840" y="3840480"/>
            <a:ext cx="2651760" cy="21945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0684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💚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44000" y="4498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Health 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16568" y="484632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0–100 score: open roles × hired − rejected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Activity &amp; Audit Trail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is logged, broadcast live, and permanently stored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Real-Time Feed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Server emits "activity" event on every write operation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connected clients receive updates instantly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Activity feed on Dashboard shows last 10 events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5968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Human-readable messages: "moved Tara Allen from screening → interview"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Supports: CREATE, UPDATE, DELETE, STATUS_CHANGE, UPLOAD_RESUME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394960" cy="25603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81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18288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API mutation logs: userId, action, entity, entityId, details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5080" y="208483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Stored in AuditLog table with full JSON details blob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5080" y="234086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Admin-only audit log page with full history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259689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Tracks who changed what, when, and from/to what state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28529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Cannot be modified — append-only by design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1247120" cy="233172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Sample Activity Messages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32004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Admin User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0" y="46634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moved Tara Allen from screening → interview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92640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mins ago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5010912"/>
            <a:ext cx="32004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0109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Sarah Chen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0" y="50109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added candidate James Rodriguez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92640" y="50109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mins ago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" y="5358384"/>
            <a:ext cx="32004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358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Admin User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0" y="535838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posted new job: Senior Backend Engineer · Engineering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92640" y="5358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hr ago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" y="5705856"/>
            <a:ext cx="32004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705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Mike Johnson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0" y="570585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submitted interview feedback for Priya Patel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92640" y="5705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hrs ago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6053328"/>
            <a:ext cx="32004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6053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Admin User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0" y="60533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updated status of DevOps Engineer opening to closed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92640" y="6053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hrs ago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Running the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4 steps — Docker for DB, Node.js for server, Vite for client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4389120"/>
          </a:xfrm>
          <a:prstGeom prst="rect">
            <a:avLst/>
          </a:prstGeom>
          <a:solidFill>
            <a:srgbClr val="161B27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PostgreSQL via Docker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246888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249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docker-compose up -d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32735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# Starts PostgreSQL 16 on port 5432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38221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# Container: recruitment_mis_db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743200" cy="4389120"/>
          </a:xfrm>
          <a:prstGeom prst="rect">
            <a:avLst/>
          </a:prstGeom>
          <a:solidFill>
            <a:srgbClr val="161B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Migrate Database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606040"/>
            <a:ext cx="246888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7249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cd server &amp;&amp; npm install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32735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npx prisma migrate dev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38221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node prisma/seed.js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0440" y="4370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# Seeds: 25 candidates, jobs, users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743200" cy="4389120"/>
          </a:xfrm>
          <a:prstGeom prst="rect">
            <a:avLst/>
          </a:prstGeom>
          <a:solidFill>
            <a:srgbClr val="161B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5508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Backend Server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606040"/>
            <a:ext cx="246888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7249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cd server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46520" y="32735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npm run dev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46520" y="38221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# nodemon — auto-reload on changes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4370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# Runs on http://localhost:5000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44000" y="1371600"/>
            <a:ext cx="2743200" cy="4389120"/>
          </a:xfrm>
          <a:prstGeom prst="rect">
            <a:avLst/>
          </a:prstGeom>
          <a:solidFill>
            <a:srgbClr val="161B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28116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Frontend (Vite)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81160" y="2606040"/>
            <a:ext cx="246888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27249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cd client &amp;&amp; npm install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72600" y="32735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npm run dev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72600" y="38221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# Vite HMR dev server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372600" y="4370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# Opens http://localhost:5173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solidFill>
            <a:srgbClr val="161B2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6A0"/>
                </a:solidFill>
                <a:latin typeface="Segoe UI Mono" pitchFamily="34" charset="0"/>
                <a:ea typeface="Segoe UI Mono" pitchFamily="34" charset="-122"/>
                <a:cs typeface="Segoe UI Mono" pitchFamily="34" charset="-120"/>
              </a:rPr>
              <a:t>Default Login:  admin@company.com  ·  password123      |      JWT secured  ·  HTTPS-ready  ·  CORS configured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🐝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Bee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bring clarity, speed, and intelligence to every hire.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3474720"/>
            <a:ext cx="173736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4370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 live feed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3474720"/>
            <a:ext cx="173736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4370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Sonnet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3474720"/>
            <a:ext cx="173736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4370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RBAC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78040" y="3474720"/>
            <a:ext cx="173736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4370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live widgets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0" y="3474720"/>
            <a:ext cx="173736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44000" y="4069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4370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Prisma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React 19 · PostgreSQL · Prisma · Socket.io · TailwindCSS · Recharts · Anthropic Claude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2026-05-26T14:30:33Z</dcterms:created>
  <dcterms:modified xsi:type="dcterms:W3CDTF">2026-05-26T14:30:33Z</dcterms:modified>
</cp:coreProperties>
</file>